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5"/>
  </p:notesMasterIdLst>
  <p:sldIdLst>
    <p:sldId id="256" r:id="rId4"/>
  </p:sldIdLst>
  <p:sldSz cx="12192000" cy="6858000"/>
  <p:notesSz cx="6858000" cy="9144000"/>
  <p:defaultTextStyle>
    <a:defPPr>
      <a:defRPr lang="es-E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 /><Relationship Id="rId7" Type="http://schemas.openxmlformats.org/officeDocument/2006/relationships/tableStyles" Target="tableStyles.xml" /><Relationship Id="rId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6474674" name="Marcador de encabezado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713386764" name="Marcador de fecha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s-ES"/>
              <a:t>10/30/2013</a:t>
            </a:fld>
            <a:endParaRPr lang="es-ES"/>
          </a:p>
        </p:txBody>
      </p:sp>
      <p:sp>
        <p:nvSpPr>
          <p:cNvPr id="185438075" name="Marcador de imagen de diapositiva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s-ES"/>
          </a:p>
        </p:txBody>
      </p:sp>
      <p:sp>
        <p:nvSpPr>
          <p:cNvPr id="925060110" name="Marcador de notas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s-ES"/>
          </a:p>
        </p:txBody>
      </p:sp>
      <p:sp>
        <p:nvSpPr>
          <p:cNvPr id="390911840" name="Marcador de pie de página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107604943" name="Marcador de número de diapositiva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s-ES"/>
              <a:t>‹#›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5142413" name="Marcador de imagen de diapositiva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13514215" name="Marcador de notas 4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s-ES">
              <a:latin typeface="Arial"/>
              <a:cs typeface="Arial"/>
            </a:endParaRPr>
          </a:p>
        </p:txBody>
      </p:sp>
      <p:sp>
        <p:nvSpPr>
          <p:cNvPr id="1995644703" name="Marcador de número de diapositiva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s-ES"/>
              <a:t>1</a:t>
            </a:fld>
            <a:endParaRPr lang="es-E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Diapositiva de títu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7995131" name="Título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144638786" name="Subtítulo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s-ES"/>
              <a:t>Haga clic para modificar el estilo de subtítulo del patrón</a:t>
            </a:r>
            <a:endParaRPr lang="es-ES"/>
          </a:p>
        </p:txBody>
      </p:sp>
      <p:sp>
        <p:nvSpPr>
          <p:cNvPr id="1901290699" name="Marcador de fech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s-ES"/>
              <a:t>30.10.2013</a:t>
            </a:fld>
            <a:endParaRPr lang="es-ES"/>
          </a:p>
        </p:txBody>
      </p:sp>
      <p:sp>
        <p:nvSpPr>
          <p:cNvPr id="587097352" name="Marcador de pie de página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1256925806" name="Marcador de número de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s-ES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ítulo y objeto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292565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2063820752" name="Marcador de contenido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s-ES"/>
          </a:p>
        </p:txBody>
      </p:sp>
      <p:sp>
        <p:nvSpPr>
          <p:cNvPr id="1229818361" name="Marcador de fech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s-ES"/>
              <a:t>30.10.2013</a:t>
            </a:fld>
            <a:endParaRPr lang="es-ES"/>
          </a:p>
        </p:txBody>
      </p:sp>
      <p:sp>
        <p:nvSpPr>
          <p:cNvPr id="1324049983" name="Marcador de pie de página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523408268" name="Marcador de número de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s-ES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Encabezado de secció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6307556" name="Título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1226631079" name="Marcador de texto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</p:txBody>
      </p:sp>
      <p:sp>
        <p:nvSpPr>
          <p:cNvPr id="1788038333" name="Marcador de fech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s-ES"/>
              <a:t>30.10.2013</a:t>
            </a:fld>
            <a:endParaRPr lang="es-ES"/>
          </a:p>
        </p:txBody>
      </p:sp>
      <p:sp>
        <p:nvSpPr>
          <p:cNvPr id="1930574480" name="Marcador de pie de página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1904337309" name="Marcador de número de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s-ES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Dos objeto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0122643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502726081" name="Marcador de contenido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s-ES"/>
          </a:p>
        </p:txBody>
      </p:sp>
      <p:sp>
        <p:nvSpPr>
          <p:cNvPr id="801810598" name="Marcador de contenido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s-ES"/>
          </a:p>
        </p:txBody>
      </p:sp>
      <p:sp>
        <p:nvSpPr>
          <p:cNvPr id="1518276198" name="Marcador de fecha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s-ES"/>
              <a:t>30.10.2013</a:t>
            </a:fld>
            <a:endParaRPr lang="es-ES"/>
          </a:p>
        </p:txBody>
      </p:sp>
      <p:sp>
        <p:nvSpPr>
          <p:cNvPr id="1230954672" name="Marcador de pie de página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1725731465" name="Marcador de número de diapositiva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s-ES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ació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3749643" name="Título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1050098607" name="Marcador de texto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</p:txBody>
      </p:sp>
      <p:sp>
        <p:nvSpPr>
          <p:cNvPr id="1574447617" name="Marcador de contenido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s-ES"/>
          </a:p>
        </p:txBody>
      </p:sp>
      <p:sp>
        <p:nvSpPr>
          <p:cNvPr id="105354783" name="Marcador de texto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</p:txBody>
      </p:sp>
      <p:sp>
        <p:nvSpPr>
          <p:cNvPr id="1742304401" name="Marcador de contenido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s-ES"/>
          </a:p>
        </p:txBody>
      </p:sp>
      <p:sp>
        <p:nvSpPr>
          <p:cNvPr id="1501864959" name="Marcador de fecha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s-ES"/>
              <a:t>30.10.2013</a:t>
            </a:fld>
            <a:endParaRPr lang="es-ES"/>
          </a:p>
        </p:txBody>
      </p:sp>
      <p:sp>
        <p:nvSpPr>
          <p:cNvPr id="2021115013" name="Marcador de pie de página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1953499706" name="Marcador de número de diapositiva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s-ES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Solo el títu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6214056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250760550" name="Marcador de fecha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s-ES"/>
              <a:t>30.10.2013</a:t>
            </a:fld>
            <a:endParaRPr lang="es-ES"/>
          </a:p>
        </p:txBody>
      </p:sp>
      <p:sp>
        <p:nvSpPr>
          <p:cNvPr id="1708003266" name="Marcador de pie de página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1865937332" name="Marcador de número de diapositiva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s-ES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En blanc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6669408" name="Marcador de fecha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s-ES"/>
              <a:t>30.10.2013</a:t>
            </a:fld>
            <a:endParaRPr lang="es-ES"/>
          </a:p>
        </p:txBody>
      </p:sp>
      <p:sp>
        <p:nvSpPr>
          <p:cNvPr id="821737802" name="Marcador de pie de página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1235233101" name="Marcador de número de diapositiva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s-ES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ido con títu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1585872" name="Título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1978100360" name="Marcador de contenido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s-ES"/>
          </a:p>
        </p:txBody>
      </p:sp>
      <p:sp>
        <p:nvSpPr>
          <p:cNvPr id="907980310" name="Marcador de texto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</p:txBody>
      </p:sp>
      <p:sp>
        <p:nvSpPr>
          <p:cNvPr id="1898651225" name="Marcador de fecha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s-ES"/>
              <a:t>30.10.2013</a:t>
            </a:fld>
            <a:endParaRPr lang="es-ES"/>
          </a:p>
        </p:txBody>
      </p:sp>
      <p:sp>
        <p:nvSpPr>
          <p:cNvPr id="1786626742" name="Marcador de pie de página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343697717" name="Marcador de número de diapositiva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s-ES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Imagen con títu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9933561" name="Título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341708590" name="Marcador de posición de imagen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s-ES"/>
              <a:t>Haga clic en el icono para agregar una imagen</a:t>
            </a:r>
            <a:endParaRPr lang="es-ES"/>
          </a:p>
        </p:txBody>
      </p:sp>
      <p:sp>
        <p:nvSpPr>
          <p:cNvPr id="1734593134" name="Marcador de texto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</p:txBody>
      </p:sp>
      <p:sp>
        <p:nvSpPr>
          <p:cNvPr id="75286280" name="Marcador de fecha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s-ES"/>
              <a:t>30.10.2013</a:t>
            </a:fld>
            <a:endParaRPr lang="es-ES"/>
          </a:p>
        </p:txBody>
      </p:sp>
      <p:sp>
        <p:nvSpPr>
          <p:cNvPr id="510834097" name="Marcador de pie de página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1681226329" name="Marcador de número de diapositiva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s-ES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ítulo y texto vertica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7828862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166645740" name="Marcador de texto vertical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s-ES"/>
          </a:p>
        </p:txBody>
      </p:sp>
      <p:sp>
        <p:nvSpPr>
          <p:cNvPr id="639426285" name="Marcador de fech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s-ES"/>
              <a:t>30.10.2013</a:t>
            </a:fld>
            <a:endParaRPr lang="es-ES"/>
          </a:p>
        </p:txBody>
      </p:sp>
      <p:sp>
        <p:nvSpPr>
          <p:cNvPr id="91835941" name="Marcador de pie de página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1475114986" name="Marcador de número de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s-ES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Título vertical y text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6959512" name="Título vertical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1190063478" name="Marcador de texto vertical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s-ES"/>
          </a:p>
        </p:txBody>
      </p:sp>
      <p:sp>
        <p:nvSpPr>
          <p:cNvPr id="1735727467" name="Marcador de fech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s-ES"/>
              <a:t>30.10.2013</a:t>
            </a:fld>
            <a:endParaRPr lang="es-ES"/>
          </a:p>
        </p:txBody>
      </p:sp>
      <p:sp>
        <p:nvSpPr>
          <p:cNvPr id="2143850827" name="Marcador de pie de página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1939105406" name="Marcador de número de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s-ES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1744490" name="Marcador de título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1283037885" name="Marcador de texto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s-ES"/>
          </a:p>
        </p:txBody>
      </p:sp>
      <p:sp>
        <p:nvSpPr>
          <p:cNvPr id="1195257319" name="Marcador de fecha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s-ES"/>
              <a:t>30.10.2013</a:t>
            </a:fld>
            <a:endParaRPr lang="es-ES"/>
          </a:p>
        </p:txBody>
      </p:sp>
      <p:sp>
        <p:nvSpPr>
          <p:cNvPr id="188124661" name="Marcador de pie de página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832789" name="Marcador de número de diapositiva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s-ES"/>
              <a:t>‹#›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7391223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563526" y="278563"/>
            <a:ext cx="11064947" cy="630087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ONLYOFFICE/9.4.0.129</Application>
  <PresentationFormat>On-screen Show (4:3)</PresentationFormat>
  <Paragraphs>0</Paragraphs>
  <Slides>1</Slides>
  <Notes>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Theme 1</vt:lpstr>
      <vt:lpstr>Slide 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modified xsi:type="dcterms:W3CDTF">2026-08-29T02:05:59Z</dcterms:modified>
</cp:coreProperties>
</file>